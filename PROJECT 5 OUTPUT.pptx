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83235642" val="1224" revOS="4"/>
      <pr:smFileRevision xmlns:pr="smNativeData" xmlns="smNativeData" dt="1783235642" val="101"/>
      <pr:guideOptions xmlns:pr="smNativeData" xmlns="smNativeData" dt="1783235642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60" d="100"/>
          <a:sy n="60" d="100"/>
        </p:scale>
        <p:origin x="421" y="210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421" y="210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C85B-1599-2E3E-D7C3-E36B868D21B6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EF59-1799-2E19-D7C3-E14CA18D21B4}" type="slidenum">
              <a:t/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8F60-2E99-2E79-D7C3-D82CC18D218D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D34B-0599-2E25-D7C3-F3709D8D21A6}" type="slidenum">
              <a:t/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93DF-9199-2E65-D7C3-6730DD8D2132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EAF7-B999-2E1C-D7C3-4F49A48D211A}" type="slidenum">
              <a:t/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F7B3-FD99-2E01-D7C3-0B54B98D215E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FCD7-9999-2E0A-D7C3-6F5FB28D213A}" type="slidenum">
              <a:t/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A873-3D99-2E5E-D7C3-CB0BE68D219E}" type="datetime1">
              <a:t/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E039-7799-2E16-D7C3-8143AE8D21D4}" type="slidenum">
              <a:t/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AA3E-7099-2E5C-D7C3-8609E48D21D3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8800-4E99-2E7E-D7C3-B82BC68D21ED}" type="slidenum">
              <a:t/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E702-4C99-2E11-D7C3-BA44A98D21EF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D117-5999-2E27-D7C3-AF729F8D21FA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9CDB-9599-2E6A-D7C3-633FD28D2136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8D16-5899-2E7B-D7C3-AE2EC38D21FB}" type="slidenum">
              <a:t/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D57E-3099-2E23-D7C3-C6769B8D2193}" type="datetime1">
              <a:t/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BFEB-A599-2E49-D7C3-531CF18D2106}" type="slidenum">
              <a:t/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8295-DB99-2E74-D7C3-2D21CC8D2178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E08F-C199-2E16-D7C3-3743AE8D2162}" type="slidenum">
              <a:t/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47BA96D-2399-2E5F-D7C3-D50AE78D2180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47BB123-6D99-2E47-D7C3-9B12FF8D21CE}" type="slidenum">
              <a:t/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747BF4EA-A499-2E02-D7C3-5257BA8D2107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747BA851-1F99-2E5E-D7C3-E90BE68D21BC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hemeOverride" Target="../theme/themeOverr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OgRKah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jQUAAMQBAABNRQAAgQcAAAAAAAAmAAAACAAAAAEAAAAAAAAA"/>
              </a:ext>
            </a:extLst>
          </p:cNvSpPr>
          <p:nvPr>
            <p:ph type="ctrTitle"/>
          </p:nvPr>
        </p:nvSpPr>
        <p:spPr>
          <a:xfrm>
            <a:off x="902335" y="287020"/>
            <a:ext cx="10363200" cy="932815"/>
          </a:xfrm>
        </p:spPr>
        <p:txBody>
          <a:bodyPr/>
          <a:lstStyle/>
          <a:p>
            <a:pPr>
              <a:defRPr cap="none">
                <a:solidFill>
                  <a:srgbClr val="00FFFF"/>
                </a:solidFill>
              </a:defRPr>
            </a:pPr>
            <a:r>
              <a:t>PROJECT 5 OUTPUT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jlf22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GBZewVmZpkBAAAAAAAAAAAAAAAAAAAAAAAAAAAAAAAAAAAAAAAAAAD///8Cf39/AD4+XAPMzMwAwMD/AH9/fwAAAAAAAAAAAAAAAAD///8AAAAAACEAAAAYAAAAFAAAADUCAAB6CwAAHEkAAGA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1865630"/>
            <a:ext cx="11525885" cy="6337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2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GBZewVmZpkBAAAAAAAAAAAAAAAAAAAAAAAAAAAAAAAAAAAAAAAAAAD///8Cf39/AD4+XAPMzMwAwMD/AH9/fwAAAAAAAAAAAAAAAAD///8AAAAAACEAAAAYAAAAFAAAAHMPAACoFQAAlzsAACQd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511425" y="3520440"/>
            <a:ext cx="7175500" cy="12166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KUEAAAXBgAA8kgAADIk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989965"/>
            <a:ext cx="11102975" cy="48939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LEKAADiAAAAHz8AAH0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737995" y="143510"/>
            <a:ext cx="8522970" cy="66008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zMzY2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NQIAABCAQAAO0EAAA0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204470"/>
            <a:ext cx="9168765" cy="64687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GMIAAAKAgAAUkQAAA0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63345" y="331470"/>
            <a:ext cx="9742805" cy="634174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C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DcRAADzAQAAWz0AAA0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798445" y="316865"/>
            <a:ext cx="7175500" cy="63563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BcDAAAuBgAA2kcAAKck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1004570"/>
            <a:ext cx="11177905" cy="495363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gradFill flip="none" rotWithShape="0">
          <a:gsLst>
            <a:gs pos="0">
              <a:schemeClr val="accent2">
                <a:tint val="50000"/>
              </a:schemeClr>
            </a:gs>
            <a:gs pos="100000">
              <a:srgbClr val="007F00"/>
            </a:gs>
          </a:gsLst>
          <a:path path="rect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OgRKah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K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N8QAAA/AgAADzgAACso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742565" y="365125"/>
            <a:ext cx="6370320" cy="61645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666699"/>
    </a:dk1>
    <a:lt1>
      <a:srgbClr val="FFFFFF"/>
    </a:lt1>
    <a:dk2>
      <a:srgbClr val="3E3E5C"/>
    </a:dk2>
    <a:lt2>
      <a:srgbClr val="FFFFFF"/>
    </a:lt2>
    <a:accent1>
      <a:srgbClr val="60597B"/>
    </a:accent1>
    <a:accent2>
      <a:srgbClr val="6666FF"/>
    </a:accent2>
    <a:accent3>
      <a:srgbClr val="8686DF"/>
    </a:accent3>
    <a:accent4>
      <a:srgbClr val="A6A6BF"/>
    </a:accent4>
    <a:accent5>
      <a:srgbClr val="C6C69F"/>
    </a:accent5>
    <a:accent6>
      <a:srgbClr val="E6E67F"/>
    </a:accent6>
    <a:hlink>
      <a:srgbClr val="99CCFF"/>
    </a:hlink>
    <a:folHlink>
      <a:srgbClr val="FFFF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YUVARAJ</cp:lastModifiedBy>
  <cp:revision>0</cp:revision>
  <dcterms:created xsi:type="dcterms:W3CDTF">2026-07-05T07:01:43Z</dcterms:created>
  <dcterms:modified xsi:type="dcterms:W3CDTF">2026-07-05T07:14:02Z</dcterms:modified>
</cp:coreProperties>
</file>